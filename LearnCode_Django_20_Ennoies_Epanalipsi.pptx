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LearnCode — Επανάληψη Django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20 βασικές έννοιες από το project μας</a:t>
            </a:r>
          </a:p>
          <a:p>
            <a:pPr>
              <a:spcAft>
                <a:spcPts val="1300"/>
              </a:spcAft>
              <a:defRPr sz="1900"/>
            </a:pPr>
            <a:r>
              <a:t>Models • ORM • Views • URLs • Templates • Authentication •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Η μεγάλη εικόνα του Django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Browser → URL → View → Model/ORM → Database → View → Template → Browser</a:t>
            </a:r>
          </a:p>
          <a:p>
            <a:pPr>
              <a:spcAft>
                <a:spcPts val="1300"/>
              </a:spcAft>
              <a:defRPr sz="1900"/>
            </a:pPr>
            <a:r>
              <a:t>• Ο χρήστης ζητά μια σελίδα, το URL επιλέγει view, το view επικοινωνεί με τα δεδομένα και επιστρέφει HTML.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models.py — Τι είναι ένα Model;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Το Model περιγράφει τι δεδομένα αποθηκεύουμε στη βάση.</a:t>
            </a:r>
          </a:p>
          <a:p>
            <a:pPr>
              <a:spcAft>
                <a:spcPts val="1300"/>
              </a:spcAft>
              <a:defRPr sz="1900"/>
            </a:pPr>
            <a:r>
              <a:t>• Παράδειγμα: Course με title, description, published.</a:t>
            </a:r>
          </a:p>
          <a:p>
            <a:pPr>
              <a:spcAft>
                <a:spcPts val="1300"/>
              </a:spcAft>
              <a:defRPr sz="1900"/>
            </a:pPr>
            <a:r>
              <a:t>• Το Django δημιουργεί συνήθως αυτόματα και ένα id για κάθε εγγραφή.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ORM = Object-Relational Mapping.</a:t>
            </a:r>
          </a:p>
          <a:p>
            <a:pPr>
              <a:spcAft>
                <a:spcPts val="1300"/>
              </a:spcAft>
              <a:defRPr sz="1900"/>
            </a:pPr>
            <a:r>
              <a:t>• Χειριζόμαστε τη βάση με Python αντί να γράφουμε SQL.</a:t>
            </a:r>
          </a:p>
          <a:p>
            <a:pPr>
              <a:spcAft>
                <a:spcPts val="1300"/>
              </a:spcAft>
              <a:defRPr sz="1900"/>
            </a:pPr>
            <a:r>
              <a:t>• Course.objects.all() → όλα τα courses</a:t>
            </a:r>
          </a:p>
          <a:p>
            <a:pPr>
              <a:spcAft>
                <a:spcPts val="1300"/>
              </a:spcAft>
              <a:defRPr sz="1900"/>
            </a:pPr>
            <a:r>
              <a:t>• Course.objects.filter(published=True) → μόνο τα δημοσιευμένα.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Σχέσεις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Course → Lesson → Material / Video / Exercise / Quiz</a:t>
            </a:r>
          </a:p>
          <a:p>
            <a:pPr>
              <a:spcAft>
                <a:spcPts val="1300"/>
              </a:spcAft>
              <a:defRPr sz="1900"/>
            </a:pPr>
            <a:r>
              <a:t>• Quiz → Question → Choice</a:t>
            </a:r>
          </a:p>
          <a:p>
            <a:pPr>
              <a:spcAft>
                <a:spcPts val="1300"/>
              </a:spcAft>
              <a:defRPr sz="1900"/>
            </a:pPr>
            <a:r>
              <a:t>• Οι σχέσεις μάς επιτρέπουν να συνδέουμε οργανωμένα τα δεδομένα της πλατφόρμας.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ForeignKey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Κάθε αντικείμενο της «πολλά» πλευράς δείχνει σε ένα αντικείμενο της άλλης πλευράς.</a:t>
            </a:r>
          </a:p>
          <a:p>
            <a:pPr>
              <a:spcAft>
                <a:spcPts val="1300"/>
              </a:spcAft>
              <a:defRPr sz="1900"/>
            </a:pPr>
            <a:r>
              <a:t>• Παράδειγμα: πολλά Lessons μπορούν να ανήκουν σε ένα Course.</a:t>
            </a:r>
          </a:p>
          <a:p>
            <a:pPr>
              <a:spcAft>
                <a:spcPts val="1300"/>
              </a:spcAft>
              <a:defRPr sz="1900"/>
            </a:pPr>
            <a:r>
              <a:t>• Στη βάση κάθε Lesson κρατά το course_id του Course.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related_name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Δίνει όνομα στην αντίστροφη σχέση.</a:t>
            </a:r>
          </a:p>
          <a:p>
            <a:pPr>
              <a:spcAft>
                <a:spcPts val="1300"/>
              </a:spcAft>
              <a:defRPr sz="1900"/>
            </a:pPr>
            <a:r>
              <a:t>• related_name="lessons" → course.lessons.all()</a:t>
            </a:r>
          </a:p>
          <a:p>
            <a:pPr>
              <a:spcAft>
                <a:spcPts val="1300"/>
              </a:spcAft>
              <a:defRPr sz="1900"/>
            </a:pPr>
            <a:r>
              <a:t>• related_name="exercises" → lesson.exercises.all()</a:t>
            </a:r>
          </a:p>
          <a:p>
            <a:pPr>
              <a:spcAft>
                <a:spcPts val="1300"/>
              </a:spcAft>
              <a:defRPr sz="1900"/>
            </a:pPr>
            <a:r>
              <a:t>• Έτσι πηγαίνουμε εύκολα από το γονικό αντικείμενο στα σχετικά αντικείμενα.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OneToOneField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Στο project: ένα Lesson ↔ ένα Quiz.</a:t>
            </a:r>
          </a:p>
          <a:p>
            <a:pPr>
              <a:spcAft>
                <a:spcPts val="1300"/>
              </a:spcAft>
              <a:defRPr sz="1900"/>
            </a:pPr>
            <a:r>
              <a:t>• lesson.quiz επιστρέφει το Quiz της ενότητας.</a:t>
            </a:r>
          </a:p>
          <a:p>
            <a:pPr>
              <a:spcAft>
                <a:spcPts val="1300"/>
              </a:spcAft>
              <a:defRPr sz="1900"/>
            </a:pPr>
            <a:r>
              <a:t>• Αν χρησιμοποιούσαμε ForeignKey, ένα Lesson θα μπορούσε να έχει πολλά Quiz.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on_delete=models.CASCADE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Καθορίζει τι γίνεται όταν διαγραφεί το αντικείμενο στο οποίο δείχνει μια σχέση.</a:t>
            </a:r>
          </a:p>
          <a:p>
            <a:pPr>
              <a:spcAft>
                <a:spcPts val="1300"/>
              </a:spcAft>
              <a:defRPr sz="1900"/>
            </a:pPr>
            <a:r>
              <a:t>• CASCADE: διαγράφονται και τα εξαρτώμενα αντικείμενα.</a:t>
            </a:r>
          </a:p>
          <a:p>
            <a:pPr>
              <a:spcAft>
                <a:spcPts val="1300"/>
              </a:spcAft>
              <a:defRPr sz="1900"/>
            </a:pPr>
            <a:r>
              <a:t>• Π.χ. αν διαγραφεί ένα Lesson, δεν έχει νόημα να μείνουν οι ασκήσεις του.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views.py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Το View περιέχει τη λογική ενός request.</a:t>
            </a:r>
          </a:p>
          <a:p>
            <a:pPr>
              <a:spcAft>
                <a:spcPts val="1300"/>
              </a:spcAft>
              <a:defRPr sz="1900"/>
            </a:pPr>
            <a:r>
              <a:t>• Μπορεί να διαβάσει δεδομένα μέσω ORM, να κάνει υπολογισμούς και να επιστρέψει template.</a:t>
            </a:r>
          </a:p>
          <a:p>
            <a:pPr>
              <a:spcAft>
                <a:spcPts val="1300"/>
              </a:spcAft>
              <a:defRPr sz="1900"/>
            </a:pPr>
            <a:r>
              <a:t>• render(request, template, context) → δημιουργεί την HTML απάντηση.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10.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Το context μεταφέρει δεδομένα από το View στο Template.</a:t>
            </a:r>
          </a:p>
          <a:p>
            <a:pPr>
              <a:spcAft>
                <a:spcPts val="1300"/>
              </a:spcAft>
              <a:defRPr sz="1900"/>
            </a:pPr>
            <a:r>
              <a:t>• context = {"lesson": lesson, "quiz": quiz, "score": score}</a:t>
            </a:r>
          </a:p>
          <a:p>
            <a:pPr>
              <a:spcAft>
                <a:spcPts val="1300"/>
              </a:spcAft>
              <a:defRPr sz="1900"/>
            </a:pPr>
            <a:r>
              <a:t>• Στο template: {{ lesson.title }}, {{ quiz.title }}, {{ score }}.</a:t>
            </a:r>
          </a:p>
          <a:p>
            <a:pPr>
              <a:spcAft>
                <a:spcPts val="1300"/>
              </a:spcAft>
              <a:defRPr sz="1900"/>
            </a:pPr>
            <a:r>
              <a:t>• Αν δεν βάλουμε μια μεταβλητή στο context, το template δεν τη λαμβάνει.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11. urls.py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Συνδέει μια URL διαδρομή με ένα View.</a:t>
            </a:r>
          </a:p>
          <a:p>
            <a:pPr>
              <a:spcAft>
                <a:spcPts val="1300"/>
              </a:spcAft>
              <a:defRPr sz="1900"/>
            </a:pPr>
            <a:r>
              <a:t>• name="quiz_detail" επιτρέπει να αναφερόμαστε στη διαδρομή με όνομα.</a:t>
            </a:r>
          </a:p>
          <a:p>
            <a:pPr>
              <a:spcAft>
                <a:spcPts val="1300"/>
              </a:spcAft>
              <a:defRPr sz="1900"/>
            </a:pPr>
            <a:r>
              <a:t>• Τα &lt;slug:...&gt; τμήματα περνούν τιμές ως ορίσματα στο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12. slug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URL-friendly ταυτότητα ενός αντικειμένου.</a:t>
            </a:r>
          </a:p>
          <a:p>
            <a:pPr>
              <a:spcAft>
                <a:spcPts val="1300"/>
              </a:spcAft>
              <a:defRPr sz="1900"/>
            </a:pPr>
            <a:r>
              <a:t>• Αντί για /courses/1/5/ μπορούμε να έχουμε:</a:t>
            </a:r>
          </a:p>
          <a:p>
            <a:pPr>
              <a:spcAft>
                <a:spcPts val="1300"/>
              </a:spcAft>
              <a:defRPr sz="1900"/>
            </a:pPr>
            <a:r>
              <a:t>• /courses/aepp-panelladikes/domi-epilogis/</a:t>
            </a:r>
          </a:p>
          <a:p>
            <a:pPr>
              <a:spcAft>
                <a:spcPts val="1300"/>
              </a:spcAft>
              <a:defRPr sz="1900"/>
            </a:pPr>
            <a:r>
              <a:t>• Κάνει τις διευθύνσεις πιο κατανοητές.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13.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HTML + Django Template Language.</a:t>
            </a:r>
          </a:p>
          <a:p>
            <a:pPr>
              <a:spcAft>
                <a:spcPts val="1300"/>
              </a:spcAft>
              <a:defRPr sz="1900"/>
            </a:pPr>
            <a:r>
              <a:t>• {{ variable }} → εμφάνιση τιμής</a:t>
            </a:r>
          </a:p>
          <a:p>
            <a:pPr>
              <a:spcAft>
                <a:spcPts val="1300"/>
              </a:spcAft>
              <a:defRPr sz="1900"/>
            </a:pPr>
            <a:r>
              <a:t>• {% if ... %} → συνθήκη</a:t>
            </a:r>
          </a:p>
          <a:p>
            <a:pPr>
              <a:spcAft>
                <a:spcPts val="1300"/>
              </a:spcAft>
              <a:defRPr sz="1900"/>
            </a:pPr>
            <a:r>
              <a:t>• {% for ... %} → επανάληψη</a:t>
            </a:r>
          </a:p>
          <a:p>
            <a:pPr>
              <a:spcAft>
                <a:spcPts val="1300"/>
              </a:spcAft>
              <a:defRPr sz="1900"/>
            </a:pPr>
            <a:r>
              <a:t>• Τα templates παρουσιάζουν τα δεδομένα στον χρήστη.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14. {% with %}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Δημιουργεί προσωρινή μεταβλητή μέσα σε ένα block του template.</a:t>
            </a:r>
          </a:p>
          <a:p>
            <a:pPr>
              <a:spcAft>
                <a:spcPts val="1300"/>
              </a:spcAft>
              <a:defRPr sz="1900"/>
            </a:pPr>
            <a:r>
              <a:t>• {% with exercises=lesson.exercises.all %}</a:t>
            </a:r>
          </a:p>
          <a:p>
            <a:pPr>
              <a:spcAft>
                <a:spcPts val="1300"/>
              </a:spcAft>
              <a:defRPr sz="1900"/>
            </a:pPr>
            <a:r>
              <a:t>• Μετά χρησιμοποιούμε απλά exercises.</a:t>
            </a:r>
          </a:p>
          <a:p>
            <a:pPr>
              <a:spcAft>
                <a:spcPts val="1300"/>
              </a:spcAft>
              <a:defRPr sz="1900"/>
            </a:pPr>
            <a:r>
              <a:t>• Το block κλείνει με {% endwith %}.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15. GET και POST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GET → συνήθως ζητάμε/βλέπουμε μια σελίδα.</a:t>
            </a:r>
          </a:p>
          <a:p>
            <a:pPr>
              <a:spcAft>
                <a:spcPts val="1300"/>
              </a:spcAft>
              <a:defRPr sz="1900"/>
            </a:pPr>
            <a:r>
              <a:t>• POST → στέλνουμε δεδομένα στον server.</a:t>
            </a:r>
          </a:p>
          <a:p>
            <a:pPr>
              <a:spcAft>
                <a:spcPts val="1300"/>
              </a:spcAft>
              <a:defRPr sz="1900"/>
            </a:pPr>
            <a:r>
              <a:t>• Στο Quiz: &lt;form method="post"&gt; και στο View: if request.method == "POST":</a:t>
            </a:r>
          </a:p>
          <a:p>
            <a:pPr>
              <a:spcAft>
                <a:spcPts val="1300"/>
              </a:spcAft>
              <a:defRPr sz="1900"/>
            </a:pPr>
            <a:r>
              <a:t>• Το {% csrf_token %} προστατεύει τη POST φόρμα.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16. Πώς λειτουργεί το Quiz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Το radio input στέλνει question_&lt;id&gt; = choice_id.</a:t>
            </a:r>
          </a:p>
          <a:p>
            <a:pPr>
              <a:spcAft>
                <a:spcPts val="1300"/>
              </a:spcAft>
              <a:defRPr sz="1900"/>
            </a:pPr>
            <a:r>
              <a:t>• request.POST.get(...) παίρνει την επιλογή του μαθητή.</a:t>
            </a:r>
          </a:p>
          <a:p>
            <a:pPr>
              <a:spcAft>
                <a:spcPts val="1300"/>
              </a:spcAft>
              <a:defRPr sz="1900"/>
            </a:pPr>
            <a:r>
              <a:t>• Βρίσκουμε το Choice και ελέγχουμε selected_choice.is_correct.</a:t>
            </a:r>
          </a:p>
          <a:p>
            <a:pPr>
              <a:spcAft>
                <a:spcPts val="1300"/>
              </a:spcAft>
              <a:defRPr sz="1900"/>
            </a:pPr>
            <a:r>
              <a:t>• Αν είναι True → score +=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17. Authentication και request.user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Μετά το login το Django μάς δίνει request.user.</a:t>
            </a:r>
          </a:p>
          <a:p>
            <a:pPr>
              <a:spcAft>
                <a:spcPts val="1300"/>
              </a:spcAft>
              <a:defRPr sz="1900"/>
            </a:pPr>
            <a:r>
              <a:t>• request.user.is_authenticated ελέγχει αν ο χρήστης είναι συνδεδεμένος.</a:t>
            </a:r>
          </a:p>
          <a:p>
            <a:pPr>
              <a:spcAft>
                <a:spcPts val="1300"/>
              </a:spcAft>
              <a:defRPr sz="1900"/>
            </a:pPr>
            <a:r>
              <a:t>• Στα templates χρησιμοποιούμε επίσης {% if user.is_authenticated %}.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18. Enrollment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Συνδέει User ↔ Course.</a:t>
            </a:r>
          </a:p>
          <a:p>
            <a:pPr>
              <a:spcAft>
                <a:spcPts val="1300"/>
              </a:spcAft>
              <a:defRPr sz="1900"/>
            </a:pPr>
            <a:r>
              <a:t>• Κάθε εγγραφή Enrollment κρατά συγκεκριμένο user_id και course_id.</a:t>
            </a:r>
          </a:p>
          <a:p>
            <a:pPr>
              <a:spcAft>
                <a:spcPts val="1300"/>
              </a:spcAft>
              <a:defRPr sz="1900"/>
            </a:pPr>
            <a:r>
              <a:t>• Έτσι ένας χρήστης μπορεί να είναι σε πολλά courses και ένα course να έχει πολλούς χρήστες.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19. LessonProgress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Συνδέει User ↔ Lesson και αποθηκεύει την πρόοδο.</a:t>
            </a:r>
          </a:p>
          <a:p>
            <a:pPr>
              <a:spcAft>
                <a:spcPts val="1300"/>
              </a:spcAft>
              <a:defRPr sz="1900"/>
            </a:pPr>
            <a:r>
              <a:t>• Μπορούμε να γνωρίζουμε αν ένα Lesson έχει ολοκληρωθεί.</a:t>
            </a:r>
          </a:p>
          <a:p>
            <a:pPr>
              <a:spcAft>
                <a:spcPts val="1300"/>
              </a:spcAft>
              <a:defRPr sz="1900"/>
            </a:pPr>
            <a:r>
              <a:t>• Με completed lessons / total lessons υπολογίζουμε ποσοστό προόδου.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20. Migrations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Αλλαγή στο models.py ≠ αυτόματη αλλαγή στη βάση.</a:t>
            </a:r>
          </a:p>
          <a:p>
            <a:pPr>
              <a:spcAft>
                <a:spcPts val="1300"/>
              </a:spcAft>
              <a:defRPr sz="1900"/>
            </a:pPr>
            <a:r>
              <a:t>• python manage.py makemigrations → δημιουργεί τις οδηγίες αλλαγής.</a:t>
            </a:r>
          </a:p>
          <a:p>
            <a:pPr>
              <a:spcAft>
                <a:spcPts val="1300"/>
              </a:spcAft>
              <a:defRPr sz="1900"/>
            </a:pPr>
            <a:r>
              <a:t>• python manage.py migrate → εφαρμόζει τις αλλαγές στη βάση.</a:t>
            </a:r>
          </a:p>
          <a:p>
            <a:pPr>
              <a:spcAft>
                <a:spcPts val="1300"/>
              </a:spcAft>
              <a:defRPr sz="1900"/>
            </a:pPr>
            <a:r>
              <a:t>• Έτσι αποφεύγουμε ασυμφωνία ανάμεσα στα Models και το database schema.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Συνολική ροή του LearnCode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28016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• Template → URL → View → ORM / Models → Database → View → Template</a:t>
            </a:r>
          </a:p>
          <a:p>
            <a:pPr>
              <a:spcAft>
                <a:spcPts val="1300"/>
              </a:spcAft>
              <a:defRPr sz="1900"/>
            </a:pPr>
            <a:r>
              <a:t>• Αυτό είναι το βασικό μοτίβο που επαναλαμβάνεται σε Courses, Lessons, Enrollment, Progress και Quiz.</a:t>
            </a:r>
          </a:p>
          <a:p>
            <a:pPr>
              <a:spcAft>
                <a:spcPts val="1300"/>
              </a:spcAft>
              <a:defRPr sz="1900"/>
            </a:pPr>
            <a:r>
              <a:t>• Όσο καταλαβαίνεις αυτή τη ροή, τόσο πιο εύκολα μπορείς να εντοπίζεις bugs και να προσθέτεις νέες λειτουργίες.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/>
            </a:pPr>
            <a:r>
              <a:t>LearnCode  |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